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1144" r:id="rId2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56">
          <p15:clr>
            <a:srgbClr val="A4A3A4"/>
          </p15:clr>
        </p15:guide>
        <p15:guide id="2" pos="21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A488322-F2BA-4B5B-9748-0D474271808F}" styleName="Средний стиль 3 -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Средний стиль 4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46" autoAdjust="0"/>
    <p:restoredTop sz="99636" autoAdjust="0"/>
  </p:normalViewPr>
  <p:slideViewPr>
    <p:cSldViewPr snapToGrid="0">
      <p:cViewPr>
        <p:scale>
          <a:sx n="100" d="100"/>
          <a:sy n="100" d="100"/>
        </p:scale>
        <p:origin x="-50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4020" y="-96"/>
      </p:cViewPr>
      <p:guideLst>
        <p:guide orient="horz" pos="3108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5"/>
            <a:ext cx="2918467" cy="493941"/>
          </a:xfrm>
          <a:prstGeom prst="rect">
            <a:avLst/>
          </a:prstGeom>
        </p:spPr>
        <p:txBody>
          <a:bodyPr vert="horz" lIns="89733" tIns="44864" rIns="89733" bIns="44864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5743" y="5"/>
            <a:ext cx="2918467" cy="493941"/>
          </a:xfrm>
          <a:prstGeom prst="rect">
            <a:avLst/>
          </a:prstGeom>
        </p:spPr>
        <p:txBody>
          <a:bodyPr vert="horz" lIns="89733" tIns="44864" rIns="89733" bIns="44864" rtlCol="0"/>
          <a:lstStyle>
            <a:lvl1pPr algn="r">
              <a:defRPr sz="1300"/>
            </a:lvl1pPr>
          </a:lstStyle>
          <a:p>
            <a:fld id="{557C0134-3430-4EDC-845C-57790A36B6EF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370820"/>
            <a:ext cx="2918467" cy="493941"/>
          </a:xfrm>
          <a:prstGeom prst="rect">
            <a:avLst/>
          </a:prstGeom>
        </p:spPr>
        <p:txBody>
          <a:bodyPr vert="horz" lIns="89733" tIns="44864" rIns="89733" bIns="44864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5743" y="9370820"/>
            <a:ext cx="2918467" cy="493941"/>
          </a:xfrm>
          <a:prstGeom prst="rect">
            <a:avLst/>
          </a:prstGeom>
        </p:spPr>
        <p:txBody>
          <a:bodyPr vert="horz" lIns="89733" tIns="44864" rIns="89733" bIns="44864" rtlCol="0" anchor="b"/>
          <a:lstStyle>
            <a:lvl1pPr algn="r">
              <a:defRPr sz="1300"/>
            </a:lvl1pPr>
          </a:lstStyle>
          <a:p>
            <a:fld id="{DBAFBB85-1FA7-4407-9D4F-EEE3BDC78D5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582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5" y="4"/>
            <a:ext cx="2918830" cy="493317"/>
          </a:xfrm>
          <a:prstGeom prst="rect">
            <a:avLst/>
          </a:prstGeom>
        </p:spPr>
        <p:txBody>
          <a:bodyPr vert="horz" lIns="97063" tIns="48529" rIns="97063" bIns="48529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85" y="4"/>
            <a:ext cx="2918830" cy="493317"/>
          </a:xfrm>
          <a:prstGeom prst="rect">
            <a:avLst/>
          </a:prstGeom>
        </p:spPr>
        <p:txBody>
          <a:bodyPr vert="horz" lIns="97063" tIns="48529" rIns="97063" bIns="48529" rtlCol="0"/>
          <a:lstStyle>
            <a:lvl1pPr algn="r">
              <a:defRPr sz="1300"/>
            </a:lvl1pPr>
          </a:lstStyle>
          <a:p>
            <a:fld id="{6566E5B5-3699-4195-8BB8-199F916873B8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8188"/>
            <a:ext cx="4932363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7063" tIns="48529" rIns="97063" bIns="48529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8" y="4686499"/>
            <a:ext cx="5388610" cy="4439842"/>
          </a:xfrm>
          <a:prstGeom prst="rect">
            <a:avLst/>
          </a:prstGeom>
        </p:spPr>
        <p:txBody>
          <a:bodyPr vert="horz" lIns="97063" tIns="48529" rIns="97063" bIns="48529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5" y="9371286"/>
            <a:ext cx="2918830" cy="493317"/>
          </a:xfrm>
          <a:prstGeom prst="rect">
            <a:avLst/>
          </a:prstGeom>
        </p:spPr>
        <p:txBody>
          <a:bodyPr vert="horz" lIns="97063" tIns="48529" rIns="97063" bIns="48529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85" y="9371286"/>
            <a:ext cx="2918830" cy="493317"/>
          </a:xfrm>
          <a:prstGeom prst="rect">
            <a:avLst/>
          </a:prstGeom>
        </p:spPr>
        <p:txBody>
          <a:bodyPr vert="horz" lIns="97063" tIns="48529" rIns="97063" bIns="48529" rtlCol="0" anchor="b"/>
          <a:lstStyle>
            <a:lvl1pPr algn="r">
              <a:defRPr sz="1300"/>
            </a:lvl1pPr>
          </a:lstStyle>
          <a:p>
            <a:fld id="{31CBD5ED-D9F2-49DB-A8E2-C95270FF62A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44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>
              <a:cs typeface="Arial" pitchFamily="34" charset="0"/>
            </a:endParaRPr>
          </a:p>
        </p:txBody>
      </p:sp>
      <p:sp>
        <p:nvSpPr>
          <p:cNvPr id="16388" name="Номер слайда 3"/>
          <p:cNvSpPr txBox="1">
            <a:spLocks noGrp="1"/>
          </p:cNvSpPr>
          <p:nvPr/>
        </p:nvSpPr>
        <p:spPr bwMode="auto">
          <a:xfrm>
            <a:off x="3815835" y="9371659"/>
            <a:ext cx="2918359" cy="493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30" tIns="45268" rIns="90530" bIns="45268" anchor="b"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5DF6BF4-15A1-4FBF-8F46-9EC1AF787A5A}" type="slidenum">
              <a:rPr kumimoji="0" lang="ru-RU" altLang="ru-RU">
                <a:solidFill>
                  <a:prstClr val="black"/>
                </a:solidFill>
              </a:rPr>
              <a:pPr algn="r" eaLnBrk="1" hangingPunct="1">
                <a:spcBef>
                  <a:spcPct val="0"/>
                </a:spcBef>
              </a:pPr>
              <a:t>1</a:t>
            </a:fld>
            <a:endParaRPr kumimoji="0"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110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72587-012D-499A-9602-C4198F25FE6F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61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10837-1705-441E-B405-AC1D889D0363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2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8E0-A738-456D-B2E0-15A579161B76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819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B9D8F-15FA-4913-95A4-ECFD8ED48E1B}" type="datetime1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75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72E33-24B8-405B-9E04-32A34207DE72}" type="datetime1">
              <a:rPr lang="ru-RU" smtClean="0"/>
              <a:t>08.09.2026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4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8D6F-817A-430E-8F9A-185864A3BF26}" type="datetime1">
              <a:rPr lang="ru-RU" smtClean="0"/>
              <a:t>08.09.2026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14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311EB-8B60-4CA5-8EB6-AD41158F693F}" type="datetime1">
              <a:rPr lang="ru-RU" smtClean="0"/>
              <a:t>08.09.2026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80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0BFA-9B94-4DCC-8B77-D0DED07EF66D}" type="datetime1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25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5AC-72EC-4F82-81F1-922A5A10F3EA}" type="datetime1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46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6E85-F1D9-42F0-BD28-BFAE05E8CCE9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10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6D55-A9FD-4659-8885-C055AE093412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96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F568-D705-454A-A0B0-C21AC570A0B2}" type="datetime1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27A9A-8C49-4FAD-8EFB-7BB3AF6A26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21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Содержимое 2"/>
          <p:cNvSpPr txBox="1">
            <a:spLocks/>
          </p:cNvSpPr>
          <p:nvPr/>
        </p:nvSpPr>
        <p:spPr bwMode="auto">
          <a:xfrm>
            <a:off x="271463" y="1393824"/>
            <a:ext cx="8636000" cy="458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9875" indent="-269875" eaLnBrk="0" hangingPunct="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kumimoji="1" sz="28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kumimoji="1" sz="24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kumimoji="1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kumimoji="1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umimoji="1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umimoji="1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umimoji="1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umimoji="1"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  <a:spcAft>
                <a:spcPts val="1200"/>
              </a:spcAft>
              <a:buFont typeface="Wingdings" pitchFamily="2" charset="2"/>
              <a:buChar char="Ø"/>
            </a:pPr>
            <a:endParaRPr kumimoji="0" lang="ru-RU" altLang="ru-RU" sz="1800">
              <a:solidFill>
                <a:srgbClr val="002060"/>
              </a:solidFill>
              <a:latin typeface="Arial" pitchFamily="34" charset="0"/>
            </a:endParaRPr>
          </a:p>
        </p:txBody>
      </p:sp>
      <p:sp>
        <p:nvSpPr>
          <p:cNvPr id="16" name="Заголовок 15"/>
          <p:cNvSpPr>
            <a:spLocks noGrp="1"/>
          </p:cNvSpPr>
          <p:nvPr>
            <p:ph type="title"/>
          </p:nvPr>
        </p:nvSpPr>
        <p:spPr>
          <a:xfrm>
            <a:off x="279399" y="4588330"/>
            <a:ext cx="8551333" cy="1987628"/>
          </a:xfrm>
        </p:spPr>
        <p:txBody>
          <a:bodyPr>
            <a:normAutofit/>
          </a:bodyPr>
          <a:lstStyle/>
          <a:p>
            <a:r>
              <a:rPr lang="ky-KG" sz="1400" b="1" dirty="0"/>
              <a:t>	</a:t>
            </a:r>
            <a:r>
              <a:rPr lang="ky-KG" sz="1600" b="1" dirty="0"/>
              <a:t> </a:t>
            </a:r>
            <a:r>
              <a:rPr lang="ky-KG" sz="1800" b="1" dirty="0">
                <a:latin typeface="Times New Roman" pitchFamily="18" charset="0"/>
                <a:cs typeface="Times New Roman" pitchFamily="18" charset="0"/>
              </a:rPr>
              <a:t>Аймагы 28,6 миң  кв. км; калкынын саны  1 051 100 адам.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r>
              <a:rPr lang="ky-KG" sz="1800" b="1" dirty="0">
                <a:latin typeface="Times New Roman" pitchFamily="18" charset="0"/>
                <a:cs typeface="Times New Roman" pitchFamily="18" charset="0"/>
              </a:rPr>
              <a:t>Жалал-Абад электр тармактар ишканасы тейлеген аймакка  7 район, 10 шаар, 37 айыл аймактарынын өкмөттөрү кирет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27A9A-8C49-4FAD-8EFB-7BB3AF6A26E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Рисунок 7" descr="D:\maps\all map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8893" y="1757780"/>
            <a:ext cx="7242359" cy="2765234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1194956" y="929217"/>
            <a:ext cx="6986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cap="all" dirty="0" err="1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Жалал-абад</a:t>
            </a:r>
            <a:r>
              <a:rPr lang="ru-RU" b="1" cap="all" dirty="0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 </a:t>
            </a:r>
            <a:r>
              <a:rPr lang="ru-RU" b="1" cap="all" dirty="0" err="1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электр</a:t>
            </a:r>
            <a:r>
              <a:rPr lang="ru-RU" b="1" cap="all" dirty="0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 </a:t>
            </a:r>
            <a:r>
              <a:rPr lang="ru-RU" b="1" cap="all" dirty="0" err="1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тармактар</a:t>
            </a:r>
            <a:r>
              <a:rPr lang="ru-RU" b="1" cap="all" dirty="0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 </a:t>
            </a:r>
            <a:r>
              <a:rPr lang="ru-RU" b="1" cap="all" dirty="0" err="1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ишканасы</a:t>
            </a:r>
            <a:r>
              <a:rPr lang="ru-RU" b="1" cap="all" dirty="0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  <a:latin typeface="Arial Black" pitchFamily="34" charset="0"/>
                <a:cs typeface="Arabic Typesetting" pitchFamily="66" charset="-78"/>
              </a:rPr>
              <a:t> ТЕЙЛЕГЕН АЙМАК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2050" name="Picture 2" descr="C:\Users\muadib\Desktop\лого нэск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16" y="169875"/>
            <a:ext cx="760447" cy="59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0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25062</TotalTime>
  <Words>8</Words>
  <Application>Microsoft Office PowerPoint</Application>
  <PresentationFormat>Экран (4:3)</PresentationFormat>
  <Paragraphs>4</Paragraphs>
  <Slides>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  Аймагы 28,6 миң  кв. км; калкынын саны  1 051 100 адам. Жалал-Абад электр тармактар ишканасы тейлеген аймакка  7 район, 10 шаар, 37 айыл аймактарынын өкмөттөрү кирет  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XTreme.ws</dc:creator>
  <cp:lastModifiedBy>Аскар Сооронбаев(нач.СРС)</cp:lastModifiedBy>
  <cp:revision>1932</cp:revision>
  <cp:lastPrinted>2026-01-21T03:45:20Z</cp:lastPrinted>
  <dcterms:created xsi:type="dcterms:W3CDTF">2016-02-12T04:23:10Z</dcterms:created>
  <dcterms:modified xsi:type="dcterms:W3CDTF">2026-09-08T10:22:48Z</dcterms:modified>
</cp:coreProperties>
</file>